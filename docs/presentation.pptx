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4c74a2-73ba-6539-4255-39d70c994fa6}">
          <p14:sldIdLst>
            <p14:sldId id="256"/>
            <p14:sldId id="257"/>
            <p14:sldId id="258"/>
          </p14:sldIdLst>
        </p14:section>
        <p14:section name="Stage 1 — RAG" id="{df83f2f3-f518-233a-c808-fdbc615dd231}">
          <p14:sldIdLst>
            <p14:sldId id="259"/>
            <p14:sldId id="260"/>
          </p14:sldIdLst>
        </p14:section>
        <p14:section name="In action" id="{2eb14f61-b1ef-efca-e8f1-5172ab9a8920}">
          <p14:sldIdLst>
            <p14:sldId id="261"/>
            <p14:sldId id="262"/>
          </p14:sldIdLst>
        </p14:section>
        <p14:section name="Stage 2 — Human-in-the-loop" id="{181bf89c-2062-0778-ef97-4a13ffa0c29c}">
          <p14:sldIdLst>
            <p14:sldId id="263"/>
          </p14:sldIdLst>
        </p14:section>
        <p14:section name="Stage 3 — MCP server" id="{f5bd0a09-b5b9-5307-7080-76cf241ad36c}">
          <p14:sldIdLst>
            <p14:sldId id="264"/>
          </p14:sldIdLst>
        </p14:section>
        <p14:section name="Stage 4 — Orchestration" id="{8d6383a5-3dfe-5423-3524-04932bfefd6a}">
          <p14:sldIdLst>
            <p14:sldId id="265"/>
          </p14:sldIdLst>
        </p14:section>
        <p14:section name="Testing" id="{29789db1-92ed-beaa-5450-f6355fd758b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agent drafts the admin's approval request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orchestration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user_interaction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graph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Reservation.status updated (recorded / rejected) — customer notified on their next chat message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which tool to call each turn, in a loop that runs until it has a final answer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app/ai/parking_chat.py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blocks personal data in search queries and redacts it from free-text answers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 pending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status = pending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app/ai/parking_chat.py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agent for the administrator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admin_agent.py is the “second agent”: a small LangChain chain that drafts a plain-language approval request from the reservation's details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a static X-Admin-Key header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next chat message leads with an approved/rejected notice before anything else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app/ai/admin_agent.py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graphs, not one: the admin's decision can take hours, so a single synchronous graph.ainvoke() per chat message would block on a human. The approval graph pauses instead, and resumes on its own schedule.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user_interaction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1-node graph wrapping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chat loop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admin_approval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— paused,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record_or_close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resumed via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Command(resume=...)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graphs are kept in app/ai/graph.py. ApprovalPipeline.start() returns as soon as the graph pauses; resume() is called from POST /admin/reservations/{id}/decision.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live manual testing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evals/rag_eval.py measures Precision@K / Recall@K against a 15-question hand-labelled golden set, plus retrieval latency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load_tests/locustfile.py drives /chat for load testing, respecting the per-session rate limit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bugs on the previous slides (PII false positive, a skipped tool call) were only found by actually running the live stack end to end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2026-10-05T19:54:29Z</dcterms:created>
  <dcterms:modified xsi:type="dcterms:W3CDTF">2026-10-05T19:54:29Z</dcterms:modified>
</cp:coreProperties>
</file>