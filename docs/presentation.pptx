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9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9fe0de1-f20d-65b0-7541-18c2297b6454}">
          <p14:sldIdLst>
            <p14:sldId id="256"/>
            <p14:sldId id="257"/>
            <p14:sldId id="258"/>
          </p14:sldIdLst>
        </p14:section>
        <p14:section name="Stage 1 — RAG" id="{1bf7d64f-2d2a-bbea-b722-6da16dc4a3e0}">
          <p14:sldIdLst>
            <p14:sldId id="259"/>
            <p14:sldId id="260"/>
          </p14:sldIdLst>
        </p14:section>
        <p14:section name="In action" id="{7c54c093-785d-d71d-0380-739f193160c2}">
          <p14:sldIdLst>
            <p14:sldId id="261"/>
            <p14:sldId id="262"/>
          </p14:sldIdLst>
        </p14:section>
        <p14:section name="Stage 2 — Human-in-the-loop" id="{01fe570f-62dd-105d-bf09-e1c915b932ef}">
          <p14:sldIdLst>
            <p14:sldId id="263"/>
          </p14:sldIdLst>
        </p14:section>
        <p14:section name="Stage 3 — MCP server" id="{f8446826-963b-7aa1-e230-150140159f42}">
          <p14:sldIdLst>
            <p14:sldId id="264"/>
          </p14:sldIdLst>
        </p14:section>
        <p14:section name="Stage 4 — Orchestration" id="{d494e626-e859-4659-bcd9-a977fb10b207}">
          <p14:sldIdLst>
            <p14:sldId id="265"/>
          </p14:sldIdLst>
        </p14:section>
        <p14:section name="Testing" id="{16bf9296-67c8-c460-474d-6822690e8f76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Graph" Type="http://schemas.openxmlformats.org/officeDocument/2006/relationships/image" Target="../media/image-graph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ENGINEERING: FAST TRACK — COURSE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9875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VilniusPark Parking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Reservation Chatbot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5196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chatbot that answers questions, collects reservations, routes each one through a human administrator, and records approvals through an MCP server — orchestrated end to end with LangGraph.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RAG · Stage 2 Human-in-the-loop · Stage 3 MCP server · Stage 4 LangGraph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stages, one pipeline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gradable on its own, but they hand off to each other: a reservation only reaches the MCP server after a human has approved it, and the whole chain is wired together with LangGraph.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807208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Chatbot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over Milvus + Postgres, with guardrails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8328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2807208"/>
            <a:ext cx="548640" cy="5486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HITL agent pauses each booking for the admin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92240" y="280720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approved reservations to a file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326880" y="2807208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2688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checkpointed graph ties stages 1–3 together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— EPAM AI Engineering: Fast Track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pipeline, four stages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945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774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505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/chat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user_agent node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062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0EA5E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793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Milvus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dynamic data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521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350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081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pending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09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8638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369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node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pause · checkpointed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5097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692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765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/admin/* API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515600" y="3154680"/>
            <a:ext cx="0" cy="502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926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0B98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657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record_reservation()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8638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720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69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09760" y="418338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686800" y="4709160"/>
            <a:ext cx="0" cy="4572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48640" y="5166360"/>
            <a:ext cx="8961120" cy="594360"/>
          </a:xfrm>
          <a:prstGeom prst="roundRect">
            <a:avLst>
              <a:gd name="adj" fmla="val 15385"/>
            </a:avLst>
          </a:prstGeom>
          <a:solidFill>
            <a:srgbClr val="64748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792" y="5166360"/>
            <a:ext cx="8814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node sets approved / rejected — notification node pops the outcome up in the chat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app/main.py · app/ai/graph.py · app/api/routers/*.py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tool-calling agent over a split store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docs (general info, rules, booking process, per-car-park pages) are embedded into Milvus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data (hours, prices, capacity, reservations) stays in Postgres — it changes, so it's queried live, never embedded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check_availability counts free spaces per period; a row lock stops two bookings taking the last one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(prepare_reservation) is a separate, explicit step from a save (confirm) — the model never authorizes a database write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99516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list_parkings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995160" y="21305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IDs, names, districts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766560" y="269748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951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get_parking_info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313639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date-specific prices, hours, capacity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766560" y="370332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9516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search_public_rules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95160" y="414223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vector + BM25 search, PII-guarded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66560" y="470916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95160" y="4800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prepare_reservation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51480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+ returns a review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app/ai/graph.py · app/db/repositories/*.py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GUARDRAILS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that held up under real use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PIIGuard (Presidio + spaCy) keeps PII out of search queries and Milvus; PIIMiddleware redacts the agent's traffic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opt-in transformer classifier screens for prompt injection before anything else runs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settings.public_contacts allow-lists the operator's own published phone/email so it's never redacted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0060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EF3C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937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actually running the stack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8523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testing caught a real bug the test suite missed: spaCy’s small NER model tagged "Vilnius" as a PERSON, corrupting answers mid-sentence. PERSON carries no real leak risk here (Milvus holds no customer data), so it was dropped from the redaction list.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false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positives after the fix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96696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types kept: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PHONE, etc.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app/ai/guardrails.py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chat UI, live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land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screen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q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cited sources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app/templates/chat.html · app/static/chat.js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review to an approved reservation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revie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prepare_reservation's review, with Confirm / Cancel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confirm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→ admin approves → pop-up in the chat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app/ai/graph.py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human-in-the-loop admin agent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agent proposes request_admin_approval(summary); LangChain's HumanInTheLoopMiddleware pauses that call until the administrator decides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administrator decides over a REST API (GET /admin/reservations, POST .../decision), guarded by X-Admin-Key with lockout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interchangeable clients: a Streamlit console and a web page at /admin — same API underneath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finds out too: the chat page polls and pops up “Reservation approved” or “rejected”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6" name="Image 0" descr="/private/tmp/claude-501/-Users-kiryll-fiodarau-parking-reservation-chatbot/482ae88f-4f64-4e1d-b8b2-9ecbe3b20b7a/scratchpad/deck/images/admin-con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39712" y="1764792"/>
            <a:ext cx="4700016" cy="3694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0" y="55321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 (web)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app/ai/agents.py · app/api/routers/admin.py · ui/admin_app.py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standalone server records the decision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docker-compose service, not an in-process subprocess — a real, independently testable server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Streamable-HTTP transport, one tool: record_reservation, behind a bearer-token check (MCP_API_KEY)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LangGraph recording node calls it as a real MCP client (langchain-mcp-adapters), just like any other tool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463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17203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95604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 — written live during this walkthrough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25780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User | TRY-002 | 2026-10-10T10:00:00+03:00 - 2026-10-10T14:00:00+03:00 | 2026-10-05T22:26:44+03:00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mcp_server/server.py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orchestration with LangGraph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graph per chat session: user_agent → admin → record → notification. The admin's decision can take hours, so the admin node pauses the whole conversation (Postgres-checkpointed) and the admin API resumes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379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694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user_agent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523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first, then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RAG user agent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7131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8571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F59E0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886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7715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middleware pause,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Postgres-checkpointed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0323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1763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10B98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078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→ notification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0907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on approval,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chat pop-up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ParkingGraph.chat() returns as soon as the graph pauses; ParkingGraph.resume() is called from POST /admin/reservations/{id}/decision, and retries a step that failed.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app/ai/graph.py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for real, not just in theory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166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integration, e2e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8328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ephemeral Postgres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test run (testcontainers)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Recall@3 on the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single-fact questions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05256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pytest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push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69080"/>
            <a:ext cx="11091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tests spin up the real MCP server as a subprocess and check the exact line it writes — not a mock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evals/report.md: 30 questions incl. 15 hard ones; Evidently: 67% pass every check, no PII; reviewing failures found 2 real bugs, 7 judge errors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load_tests/report.md: chatbot, admin and MCP load-tested with 0 failures; 1,112 MCP writes, none lost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testing caught a real bug: summarizing long chats sent parallel_tool_calls without tools (HTTP 500) - fixed and covered by a test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 · evals/ · load_tests/ · .github/workflows/ci.yml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--env-file .env.development up --build -d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alembic upgrade head, then python -m scripts.ingest_static / ingest_dynamic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Chat: http://localhost:8000/  ·  Admin: http://localhost:8000/admin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25196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25196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·  make eval  ·  make load-test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has the full assignment · README.md has the full setup guide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as LangGraph draws it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from the compiled graph itself, not drawn by hand. Solid arrows are fixed edges; dotted ones are conditional: after confirm, user_agent routes to admin - any other turn ends.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docs/graph.md also has the user and admin agents' own graphs, where middleware - history summarization, the human-in-the-loop pause - shows up as steps. Regenerate with python -m scripts.export_graph.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scripts/export_graph.py · docs/graph.md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  <p:pic>
        <p:nvPicPr>
          <p:cNvPr id="30" name="ParkingGraph diagram" descr="ParkingGraph rendered by LangGraph: start, user_agent, then either end or admin, record, notification, end"/>
          <p:cNvPicPr>
            <a:picLocks noChangeAspect="1"/>
          </p:cNvPicPr>
          <p:nvPr/>
        </p:nvPicPr>
        <p:blipFill>
          <a:blip r:embed="rIdGraph"/>
          <a:stretch>
            <a:fillRect/>
          </a:stretch>
        </p:blipFill>
        <p:spPr>
          <a:xfrm>
            <a:off x="548640" y="2854625"/>
            <a:ext cx="11091672" cy="142306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ilniusPark">
  <a:themeElements>
    <a:clrScheme name="VilniusPark">
      <a:dk1>
        <a:srgbClr val="172033"/>
      </a:dk1>
      <a:lt1>
        <a:srgbClr val="FFFFFF"/>
      </a:lt1>
      <a:dk2>
        <a:srgbClr val="132257"/>
      </a:dk2>
      <a:lt2>
        <a:srgbClr val="EFF6FF"/>
      </a:lt2>
      <a:accent1>
        <a:srgbClr val="2563EB"/>
      </a:accent1>
      <a:accent2>
        <a:srgbClr val="0EA5E9"/>
      </a:accent2>
      <a:accent3>
        <a:srgbClr val="F59E0B"/>
      </a:accent3>
      <a:accent4>
        <a:srgbClr val="10B981"/>
      </a:accent4>
      <a:accent5>
        <a:srgbClr val="EF4444"/>
      </a:accent5>
      <a:accent6>
        <a:srgbClr val="64748B"/>
      </a:accent6>
      <a:hlink>
        <a:srgbClr val="2563EB"/>
      </a:hlink>
      <a:folHlink>
        <a:srgbClr val="1D4ED8"/>
      </a:folHlink>
    </a:clrScheme>
    <a:fontScheme name="VilniusPar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VilniusPark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2026-10-06T11:29:51Z</dcterms:created>
  <dcterms:modified xsi:type="dcterms:W3CDTF">2026-10-06T11:29:51Z</dcterms:modified>
</cp:coreProperties>
</file>