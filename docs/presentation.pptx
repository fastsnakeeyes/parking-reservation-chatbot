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fe0de1-f20d-65b0-7541-18c2297b6454}">
          <p14:sldIdLst>
            <p14:sldId id="256"/>
            <p14:sldId id="257"/>
            <p14:sldId id="258"/>
          </p14:sldIdLst>
        </p14:section>
        <p14:section name="Stage 1 — RAG" id="{1bf7d64f-2d2a-bbea-b722-6da16dc4a3e0}">
          <p14:sldIdLst>
            <p14:sldId id="259"/>
            <p14:sldId id="260"/>
          </p14:sldIdLst>
        </p14:section>
        <p14:section name="In action" id="{7c54c093-785d-d71d-0380-739f193160c2}">
          <p14:sldIdLst>
            <p14:sldId id="261"/>
            <p14:sldId id="262"/>
          </p14:sldIdLst>
        </p14:section>
        <p14:section name="Stage 2 — Human-in-the-loop" id="{01fe570f-62dd-105d-bf09-e1c915b932ef}">
          <p14:sldIdLst>
            <p14:sldId id="263"/>
          </p14:sldIdLst>
        </p14:section>
        <p14:section name="Stage 3 — MCP server" id="{f8446826-963b-7aa1-e230-150140159f42}">
          <p14:sldIdLst>
            <p14:sldId id="264"/>
          </p14:sldIdLst>
        </p14:section>
        <p14:section name="Stage 4 — Orchestration" id="{d494e626-e859-4659-bcd9-a977fb10b207}">
          <p14:sldIdLst>
            <p14:sldId id="265"/>
          </p14:sldIdLst>
        </p14:section>
        <p14:section name="Testing" id="{16bf9296-67c8-c460-474d-6822690e8f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HITL agent pauses each booking for the admin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checkpointed graph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pause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node sets approved / rejected — notification node pops the outcome up in the chat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check_availability counts free spaces per period; a row lock stops two bookings taking the last one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keeps PII out of search queries and Milvus; PIIMiddleware redacts the agent's traffic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review to an approved reservation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revie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prepare_reservation's review, with Confirm / Cancel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confir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admin approves → pop-up in the chat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human-in-the-loop admin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agent proposes request_admin_approval(summary); LangChain's HumanInTheLoopMiddleware pauses that call until the administrator decides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X-Admin-Key with lockout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chat page polls and pops up “Reservation approved” or “rejected”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app/ai/agents.py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per chat session: user_agent → admin → record → notification. The admin's decision can take hours, so the admin node pauses the whole conversation (Postgres-checkpointed) and the admin API resumes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first, then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user agent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middleware pause,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notification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on approval,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chat pop-up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ParkingGraph.chat() returns as soon as the graph pauses; ParkingGraph.resume() is called from POST /admin/reservations/{id}/decision, and retries a step that failed.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Recall@4 on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15-question golden set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evals/report.md: Precision@4 0.58, Recall@4 0.93; retrieval about 0.6 s, a full chat turn about 3.7 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load_tests/report.md: chatbot, admin and MCP load-tested with 0 failures; 1,112 MCP writes, none lost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caught a real bug: summarizing long chats sent parallel_tool_calls without tools (HTTP 500) - fixed and covered by a test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2026-10-06T11:29:51Z</dcterms:created>
  <dcterms:modified xsi:type="dcterms:W3CDTF">2026-10-06T11:29:51Z</dcterms:modified>
</cp:coreProperties>
</file>